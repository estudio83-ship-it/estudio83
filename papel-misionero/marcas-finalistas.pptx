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ortada" id="{03651499-aad9-2b07-cb4b-92ca5846e7cd}">
          <p14:sldIdLst>
            <p14:sldId id="256"/>
          </p14:sldIdLst>
        </p14:section>
        <p14:section name="La P" id="{f00f7a12-5d90-3596-57a3-5e7dfeb4c86d}">
          <p14:sldIdLst>
            <p14:sldId id="257"/>
            <p14:sldId id="258"/>
            <p14:sldId id="259"/>
            <p14:sldId id="260"/>
            <p14:sldId id="261"/>
          </p14:sldIdLst>
        </p14:section>
        <p14:section name="Sellos y contenedores" id="{144e3aa2-dd7f-2802-533d-713f8568edb9}">
          <p14:sldIdLst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Árbol solo" id="{f3cfc87d-b773-172c-58cc-71250214605a}">
          <p14:sldIdLst>
            <p14:sldId id="268"/>
            <p14:sldId id="269"/>
            <p14:sldId id="270"/>
            <p14:sldId id="271"/>
            <p14:sldId id="272"/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monolínea con araucaria (A1), sección La 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con araucaria calada (A4), sección La 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espiral (N1), sección La 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de anillos (N3), sección La 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Araucaria en arco (A3), sección Sellos y contenedores.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Araucaria en sello (A5), sección Sellos y contenedores.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Corte del tronco (N2), sección Sellos y contenedores.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Sello: anillos y pino (N4), sección Sellos y contenedores.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Sello: anillos y araucaria (N5), sección Sellos y contenedores.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Araucaria de ramas (A2), sección Árbol solo.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Araucaria (P4), sección Árbol solo.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Pino (P1), sección Árbol solo.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Pino pleno (P2), sección Árbol solo.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Trazo pesado (P3), sección Árbol solo.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9456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9476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CION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2011680"/>
            <a:ext cx="54864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spc="40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256032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931920"/>
            <a:ext cx="1069848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accent5"/>
                </a:solidFill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ROPUESTA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65760"/>
            <a:ext cx="86868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1005840"/>
            <a:ext cx="86868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spc="300" kern="0" dirty="0">
                <a:solidFill>
                  <a:schemeClr val="accent6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4" name="Text 0"/>
          <p:cNvSpPr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chemeClr val="accent6"/>
                </a:solidFill>
              </a:rPr>
              <a:t>PAPEL MISIONERO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9456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2"/>
                </a:solidFill>
              </a:rPr>
              <a:t>Papel Misionero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947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Marcas finalistas · negativo y una tinta sobre kraft · Helvetica por niveles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20116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spc="400" kern="0" dirty="0">
                <a:solidFill>
                  <a:schemeClr val="accent1"/>
                </a:solidFill>
              </a:rPr>
              <a:t>SECCIÓN 1 · 4 PROPUESTAS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256032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2"/>
                </a:solidFill>
              </a:rPr>
              <a:t>La P</a:t>
            </a:r>
            <a:endParaRPr lang="en-US" sz="5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93192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La inicial integra el árbol o el papel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6576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P monolínea con araucaria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100584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chemeClr val="accent6"/>
                </a:solidFill>
              </a:rPr>
              <a:t>LA P · A1</a:t>
            </a:r>
            <a:endParaRPr lang="en-US" sz="1200" dirty="0"/>
          </a:p>
        </p:txBody>
      </p:sp>
      <p:sp>
        <p:nvSpPr>
          <p:cNvPr id="4" name="Panel negativo"/>
          <p:cNvSpPr/>
          <p:nvPr/>
        </p:nvSpPr>
        <p:spPr>
          <a:xfrm>
            <a:off x="457200" y="1600200"/>
            <a:ext cx="5532120" cy="4572000"/>
          </a:xfrm>
          <a:prstGeom prst="roundRect">
            <a:avLst>
              <a:gd name="adj" fmla="val 36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5" name="Logo negativo" descr="P monolínea con araucaria · negativ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5860" y="3041021"/>
            <a:ext cx="4114800" cy="1507478"/>
          </a:xfrm>
          <a:prstGeom prst="rect">
            <a:avLst/>
          </a:prstGeom>
        </p:spPr>
      </p:pic>
      <p:sp>
        <p:nvSpPr>
          <p:cNvPr id="6" name="Rótulo"/>
          <p:cNvSpPr txBox="1"/>
          <p:nvPr/>
        </p:nvSpPr>
        <p:spPr>
          <a:xfrm>
            <a:off x="731520" y="5715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chemeClr val="accent5"/>
                </a:solidFill>
              </a:rPr>
              <a:t>NEGATIVO</a:t>
            </a:r>
            <a:endParaRPr lang="en-US" sz="1000" dirty="0"/>
          </a:p>
        </p:txBody>
      </p:sp>
      <p:sp>
        <p:nvSpPr>
          <p:cNvPr id="7" name="Panel una tinta sobre kraft"/>
          <p:cNvSpPr/>
          <p:nvPr/>
        </p:nvSpPr>
        <p:spPr>
          <a:xfrm>
            <a:off x="6199632" y="1600200"/>
            <a:ext cx="5532120" cy="4572000"/>
          </a:xfrm>
          <a:prstGeom prst="roundRect">
            <a:avLst>
              <a:gd name="adj" fmla="val 36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8" name="Logo una tinta sobre kraft" descr="P monolínea con araucaria · una tinta sobre kra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8292" y="3041021"/>
            <a:ext cx="4114800" cy="1507478"/>
          </a:xfrm>
          <a:prstGeom prst="rect">
            <a:avLst/>
          </a:prstGeom>
        </p:spPr>
      </p:pic>
      <p:sp>
        <p:nvSpPr>
          <p:cNvPr id="9" name="Rótulo"/>
          <p:cNvSpPr txBox="1"/>
          <p:nvPr/>
        </p:nvSpPr>
        <p:spPr>
          <a:xfrm>
            <a:off x="6473952" y="5715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chemeClr val="tx2"/>
                </a:solidFill>
              </a:rPr>
              <a:t>UNA TINTA SOBRE KRAFT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6576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P con araucaria calada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100584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chemeClr val="accent6"/>
                </a:solidFill>
              </a:rPr>
              <a:t>LA P · A4</a:t>
            </a:r>
            <a:endParaRPr lang="en-US" sz="1200" dirty="0"/>
          </a:p>
        </p:txBody>
      </p:sp>
      <p:sp>
        <p:nvSpPr>
          <p:cNvPr id="4" name="Panel negativo"/>
          <p:cNvSpPr/>
          <p:nvPr/>
        </p:nvSpPr>
        <p:spPr>
          <a:xfrm>
            <a:off x="457200" y="1600200"/>
            <a:ext cx="5532120" cy="4572000"/>
          </a:xfrm>
          <a:prstGeom prst="roundRect">
            <a:avLst>
              <a:gd name="adj" fmla="val 36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5" name="Logo negativo" descr="P con araucaria calada · negativ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5860" y="3041021"/>
            <a:ext cx="4114800" cy="1507478"/>
          </a:xfrm>
          <a:prstGeom prst="rect">
            <a:avLst/>
          </a:prstGeom>
        </p:spPr>
      </p:pic>
      <p:sp>
        <p:nvSpPr>
          <p:cNvPr id="6" name="Rótulo"/>
          <p:cNvSpPr txBox="1"/>
          <p:nvPr/>
        </p:nvSpPr>
        <p:spPr>
          <a:xfrm>
            <a:off x="731520" y="5715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chemeClr val="accent5"/>
                </a:solidFill>
              </a:rPr>
              <a:t>NEGATIVO</a:t>
            </a:r>
            <a:endParaRPr lang="en-US" sz="1000" dirty="0"/>
          </a:p>
        </p:txBody>
      </p:sp>
      <p:sp>
        <p:nvSpPr>
          <p:cNvPr id="7" name="Panel una tinta sobre kraft"/>
          <p:cNvSpPr/>
          <p:nvPr/>
        </p:nvSpPr>
        <p:spPr>
          <a:xfrm>
            <a:off x="6199632" y="1600200"/>
            <a:ext cx="5532120" cy="4572000"/>
          </a:xfrm>
          <a:prstGeom prst="roundRect">
            <a:avLst>
              <a:gd name="adj" fmla="val 36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8" name="Logo una tinta sobre kraft" descr="P con araucaria calada · una tinta sobre kra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8292" y="3041021"/>
            <a:ext cx="4114800" cy="1507478"/>
          </a:xfrm>
          <a:prstGeom prst="rect">
            <a:avLst/>
          </a:prstGeom>
        </p:spPr>
      </p:pic>
      <p:sp>
        <p:nvSpPr>
          <p:cNvPr id="9" name="Rótulo"/>
          <p:cNvSpPr txBox="1"/>
          <p:nvPr/>
        </p:nvSpPr>
        <p:spPr>
          <a:xfrm>
            <a:off x="6473952" y="5715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chemeClr val="tx2"/>
                </a:solidFill>
              </a:rPr>
              <a:t>UNA TINTA SOBRE KRAFT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6576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P espiral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100584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chemeClr val="accent6"/>
                </a:solidFill>
              </a:rPr>
              <a:t>LA P · N1</a:t>
            </a:r>
            <a:endParaRPr lang="en-US" sz="1200" dirty="0"/>
          </a:p>
        </p:txBody>
      </p:sp>
      <p:sp>
        <p:nvSpPr>
          <p:cNvPr id="4" name="Panel negativo"/>
          <p:cNvSpPr/>
          <p:nvPr/>
        </p:nvSpPr>
        <p:spPr>
          <a:xfrm>
            <a:off x="457200" y="1600200"/>
            <a:ext cx="5532120" cy="4572000"/>
          </a:xfrm>
          <a:prstGeom prst="roundRect">
            <a:avLst>
              <a:gd name="adj" fmla="val 36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5" name="Logo negativo" descr="P espiral · negativ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5860" y="3041021"/>
            <a:ext cx="4114800" cy="1507478"/>
          </a:xfrm>
          <a:prstGeom prst="rect">
            <a:avLst/>
          </a:prstGeom>
        </p:spPr>
      </p:pic>
      <p:sp>
        <p:nvSpPr>
          <p:cNvPr id="6" name="Rótulo"/>
          <p:cNvSpPr txBox="1"/>
          <p:nvPr/>
        </p:nvSpPr>
        <p:spPr>
          <a:xfrm>
            <a:off x="731520" y="5715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chemeClr val="accent5"/>
                </a:solidFill>
              </a:rPr>
              <a:t>NEGATIVO</a:t>
            </a:r>
            <a:endParaRPr lang="en-US" sz="1000" dirty="0"/>
          </a:p>
        </p:txBody>
      </p:sp>
      <p:sp>
        <p:nvSpPr>
          <p:cNvPr id="7" name="Panel una tinta sobre kraft"/>
          <p:cNvSpPr/>
          <p:nvPr/>
        </p:nvSpPr>
        <p:spPr>
          <a:xfrm>
            <a:off x="6199632" y="1600200"/>
            <a:ext cx="5532120" cy="4572000"/>
          </a:xfrm>
          <a:prstGeom prst="roundRect">
            <a:avLst>
              <a:gd name="adj" fmla="val 36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8" name="Logo una tinta sobre kraft" descr="P espiral · una tinta sobre kra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8292" y="3041021"/>
            <a:ext cx="4114800" cy="1507478"/>
          </a:xfrm>
          <a:prstGeom prst="rect">
            <a:avLst/>
          </a:prstGeom>
        </p:spPr>
      </p:pic>
      <p:sp>
        <p:nvSpPr>
          <p:cNvPr id="9" name="Rótulo"/>
          <p:cNvSpPr txBox="1"/>
          <p:nvPr/>
        </p:nvSpPr>
        <p:spPr>
          <a:xfrm>
            <a:off x="6473952" y="5715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chemeClr val="tx2"/>
                </a:solidFill>
              </a:rPr>
              <a:t>UNA TINTA SOBRE KRAFT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6576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P de anillos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100584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chemeClr val="accent6"/>
                </a:solidFill>
              </a:rPr>
              <a:t>LA P · N3</a:t>
            </a:r>
            <a:endParaRPr lang="en-US" sz="1200" dirty="0"/>
          </a:p>
        </p:txBody>
      </p:sp>
      <p:sp>
        <p:nvSpPr>
          <p:cNvPr id="4" name="Panel negativo"/>
          <p:cNvSpPr/>
          <p:nvPr/>
        </p:nvSpPr>
        <p:spPr>
          <a:xfrm>
            <a:off x="457200" y="1600200"/>
            <a:ext cx="5532120" cy="4572000"/>
          </a:xfrm>
          <a:prstGeom prst="roundRect">
            <a:avLst>
              <a:gd name="adj" fmla="val 36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5" name="Logo negativo" descr="P de anillos · negativ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5860" y="3041021"/>
            <a:ext cx="4114800" cy="1507478"/>
          </a:xfrm>
          <a:prstGeom prst="rect">
            <a:avLst/>
          </a:prstGeom>
        </p:spPr>
      </p:pic>
      <p:sp>
        <p:nvSpPr>
          <p:cNvPr id="6" name="Rótulo"/>
          <p:cNvSpPr txBox="1"/>
          <p:nvPr/>
        </p:nvSpPr>
        <p:spPr>
          <a:xfrm>
            <a:off x="731520" y="5715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chemeClr val="accent5"/>
                </a:solidFill>
              </a:rPr>
              <a:t>NEGATIVO</a:t>
            </a:r>
            <a:endParaRPr lang="en-US" sz="1000" dirty="0"/>
          </a:p>
        </p:txBody>
      </p:sp>
      <p:sp>
        <p:nvSpPr>
          <p:cNvPr id="7" name="Panel una tinta sobre kraft"/>
          <p:cNvSpPr/>
          <p:nvPr/>
        </p:nvSpPr>
        <p:spPr>
          <a:xfrm>
            <a:off x="6199632" y="1600200"/>
            <a:ext cx="5532120" cy="4572000"/>
          </a:xfrm>
          <a:prstGeom prst="roundRect">
            <a:avLst>
              <a:gd name="adj" fmla="val 36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8" name="Logo una tinta sobre kraft" descr="P de anillos · una tinta sobre kra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8292" y="3041021"/>
            <a:ext cx="4114800" cy="1507478"/>
          </a:xfrm>
          <a:prstGeom prst="rect">
            <a:avLst/>
          </a:prstGeom>
        </p:spPr>
      </p:pic>
      <p:sp>
        <p:nvSpPr>
          <p:cNvPr id="9" name="Rótulo"/>
          <p:cNvSpPr txBox="1"/>
          <p:nvPr/>
        </p:nvSpPr>
        <p:spPr>
          <a:xfrm>
            <a:off x="6473952" y="5715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chemeClr val="tx2"/>
                </a:solidFill>
              </a:rPr>
              <a:t>UNA TINTA SOBRE KRAFT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20116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spc="400" kern="0" dirty="0">
                <a:solidFill>
                  <a:schemeClr val="accent1"/>
                </a:solidFill>
              </a:rPr>
              <a:t>SECCIÓN 2 · 5 PROPUESTAS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256032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2"/>
                </a:solidFill>
              </a:rPr>
              <a:t>Sellos y contenedores</a:t>
            </a:r>
            <a:endParaRPr lang="en-US" sz="5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93192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El símbolo dentro de una forma cerrada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6576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Araucaria en arco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100584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chemeClr val="accent6"/>
                </a:solidFill>
              </a:rPr>
              <a:t>SELLOS Y CONTENEDORES · A3</a:t>
            </a:r>
            <a:endParaRPr lang="en-US" sz="1200" dirty="0"/>
          </a:p>
        </p:txBody>
      </p:sp>
      <p:sp>
        <p:nvSpPr>
          <p:cNvPr id="4" name="Panel negativo"/>
          <p:cNvSpPr/>
          <p:nvPr/>
        </p:nvSpPr>
        <p:spPr>
          <a:xfrm>
            <a:off x="457200" y="1600200"/>
            <a:ext cx="5532120" cy="4572000"/>
          </a:xfrm>
          <a:prstGeom prst="roundRect">
            <a:avLst>
              <a:gd name="adj" fmla="val 36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5" name="Logo negativo" descr="Araucaria en arco · negativ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5860" y="3041021"/>
            <a:ext cx="4114800" cy="1507478"/>
          </a:xfrm>
          <a:prstGeom prst="rect">
            <a:avLst/>
          </a:prstGeom>
        </p:spPr>
      </p:pic>
      <p:sp>
        <p:nvSpPr>
          <p:cNvPr id="6" name="Rótulo"/>
          <p:cNvSpPr txBox="1"/>
          <p:nvPr/>
        </p:nvSpPr>
        <p:spPr>
          <a:xfrm>
            <a:off x="731520" y="5715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chemeClr val="accent5"/>
                </a:solidFill>
              </a:rPr>
              <a:t>NEGATIVO</a:t>
            </a:r>
            <a:endParaRPr lang="en-US" sz="1000" dirty="0"/>
          </a:p>
        </p:txBody>
      </p:sp>
      <p:sp>
        <p:nvSpPr>
          <p:cNvPr id="7" name="Panel una tinta sobre kraft"/>
          <p:cNvSpPr/>
          <p:nvPr/>
        </p:nvSpPr>
        <p:spPr>
          <a:xfrm>
            <a:off x="6199632" y="1600200"/>
            <a:ext cx="5532120" cy="4572000"/>
          </a:xfrm>
          <a:prstGeom prst="roundRect">
            <a:avLst>
              <a:gd name="adj" fmla="val 36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8" name="Logo una tinta sobre kraft" descr="Araucaria en arco · una tinta sobre kra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8292" y="3041021"/>
            <a:ext cx="4114800" cy="1507478"/>
          </a:xfrm>
          <a:prstGeom prst="rect">
            <a:avLst/>
          </a:prstGeom>
        </p:spPr>
      </p:pic>
      <p:sp>
        <p:nvSpPr>
          <p:cNvPr id="9" name="Rótulo"/>
          <p:cNvSpPr txBox="1"/>
          <p:nvPr/>
        </p:nvSpPr>
        <p:spPr>
          <a:xfrm>
            <a:off x="6473952" y="5715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chemeClr val="tx2"/>
                </a:solidFill>
              </a:rPr>
              <a:t>UNA TINTA SOBRE KRAFT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6576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Araucaria en sello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100584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chemeClr val="accent6"/>
                </a:solidFill>
              </a:rPr>
              <a:t>SELLOS Y CONTENEDORES · A5</a:t>
            </a:r>
            <a:endParaRPr lang="en-US" sz="1200" dirty="0"/>
          </a:p>
        </p:txBody>
      </p:sp>
      <p:sp>
        <p:nvSpPr>
          <p:cNvPr id="4" name="Panel negativo"/>
          <p:cNvSpPr/>
          <p:nvPr/>
        </p:nvSpPr>
        <p:spPr>
          <a:xfrm>
            <a:off x="457200" y="1600200"/>
            <a:ext cx="5532120" cy="4572000"/>
          </a:xfrm>
          <a:prstGeom prst="roundRect">
            <a:avLst>
              <a:gd name="adj" fmla="val 36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5" name="Logo negativo" descr="Araucaria en sello · negativ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5860" y="3041021"/>
            <a:ext cx="4114800" cy="1507478"/>
          </a:xfrm>
          <a:prstGeom prst="rect">
            <a:avLst/>
          </a:prstGeom>
        </p:spPr>
      </p:pic>
      <p:sp>
        <p:nvSpPr>
          <p:cNvPr id="6" name="Rótulo"/>
          <p:cNvSpPr txBox="1"/>
          <p:nvPr/>
        </p:nvSpPr>
        <p:spPr>
          <a:xfrm>
            <a:off x="731520" y="5715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chemeClr val="accent5"/>
                </a:solidFill>
              </a:rPr>
              <a:t>NEGATIVO</a:t>
            </a:r>
            <a:endParaRPr lang="en-US" sz="1000" dirty="0"/>
          </a:p>
        </p:txBody>
      </p:sp>
      <p:sp>
        <p:nvSpPr>
          <p:cNvPr id="7" name="Panel una tinta sobre kraft"/>
          <p:cNvSpPr/>
          <p:nvPr/>
        </p:nvSpPr>
        <p:spPr>
          <a:xfrm>
            <a:off x="6199632" y="1600200"/>
            <a:ext cx="5532120" cy="4572000"/>
          </a:xfrm>
          <a:prstGeom prst="roundRect">
            <a:avLst>
              <a:gd name="adj" fmla="val 36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8" name="Logo una tinta sobre kraft" descr="Araucaria en sello · una tinta sobre kra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8292" y="3041021"/>
            <a:ext cx="4114800" cy="1507478"/>
          </a:xfrm>
          <a:prstGeom prst="rect">
            <a:avLst/>
          </a:prstGeom>
        </p:spPr>
      </p:pic>
      <p:sp>
        <p:nvSpPr>
          <p:cNvPr id="9" name="Rótulo"/>
          <p:cNvSpPr txBox="1"/>
          <p:nvPr/>
        </p:nvSpPr>
        <p:spPr>
          <a:xfrm>
            <a:off x="6473952" y="5715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chemeClr val="tx2"/>
                </a:solidFill>
              </a:rPr>
              <a:t>UNA TINTA SOBRE KRAFT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6576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Corte del tronco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100584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chemeClr val="accent6"/>
                </a:solidFill>
              </a:rPr>
              <a:t>SELLOS Y CONTENEDORES · N2</a:t>
            </a:r>
            <a:endParaRPr lang="en-US" sz="1200" dirty="0"/>
          </a:p>
        </p:txBody>
      </p:sp>
      <p:sp>
        <p:nvSpPr>
          <p:cNvPr id="4" name="Panel negativo"/>
          <p:cNvSpPr/>
          <p:nvPr/>
        </p:nvSpPr>
        <p:spPr>
          <a:xfrm>
            <a:off x="457200" y="1600200"/>
            <a:ext cx="5532120" cy="4572000"/>
          </a:xfrm>
          <a:prstGeom prst="roundRect">
            <a:avLst>
              <a:gd name="adj" fmla="val 36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5" name="Logo negativo" descr="Corte del tronco · negativ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5860" y="3041021"/>
            <a:ext cx="4114800" cy="1507478"/>
          </a:xfrm>
          <a:prstGeom prst="rect">
            <a:avLst/>
          </a:prstGeom>
        </p:spPr>
      </p:pic>
      <p:sp>
        <p:nvSpPr>
          <p:cNvPr id="6" name="Rótulo"/>
          <p:cNvSpPr txBox="1"/>
          <p:nvPr/>
        </p:nvSpPr>
        <p:spPr>
          <a:xfrm>
            <a:off x="731520" y="5715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chemeClr val="accent5"/>
                </a:solidFill>
              </a:rPr>
              <a:t>NEGATIVO</a:t>
            </a:r>
            <a:endParaRPr lang="en-US" sz="1000" dirty="0"/>
          </a:p>
        </p:txBody>
      </p:sp>
      <p:sp>
        <p:nvSpPr>
          <p:cNvPr id="7" name="Panel una tinta sobre kraft"/>
          <p:cNvSpPr/>
          <p:nvPr/>
        </p:nvSpPr>
        <p:spPr>
          <a:xfrm>
            <a:off x="6199632" y="1600200"/>
            <a:ext cx="5532120" cy="4572000"/>
          </a:xfrm>
          <a:prstGeom prst="roundRect">
            <a:avLst>
              <a:gd name="adj" fmla="val 36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8" name="Logo una tinta sobre kraft" descr="Corte del tronco · una tinta sobre kra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8292" y="3041021"/>
            <a:ext cx="4114800" cy="1507478"/>
          </a:xfrm>
          <a:prstGeom prst="rect">
            <a:avLst/>
          </a:prstGeom>
        </p:spPr>
      </p:pic>
      <p:sp>
        <p:nvSpPr>
          <p:cNvPr id="9" name="Rótulo"/>
          <p:cNvSpPr txBox="1"/>
          <p:nvPr/>
        </p:nvSpPr>
        <p:spPr>
          <a:xfrm>
            <a:off x="6473952" y="5715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chemeClr val="tx2"/>
                </a:solidFill>
              </a:rPr>
              <a:t>UNA TINTA SOBRE KRAFT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6576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Sello: anillos y pino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100584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chemeClr val="accent6"/>
                </a:solidFill>
              </a:rPr>
              <a:t>SELLOS Y CONTENEDORES · N4</a:t>
            </a:r>
            <a:endParaRPr lang="en-US" sz="1200" dirty="0"/>
          </a:p>
        </p:txBody>
      </p:sp>
      <p:sp>
        <p:nvSpPr>
          <p:cNvPr id="4" name="Panel negativo"/>
          <p:cNvSpPr/>
          <p:nvPr/>
        </p:nvSpPr>
        <p:spPr>
          <a:xfrm>
            <a:off x="457200" y="1600200"/>
            <a:ext cx="5532120" cy="4572000"/>
          </a:xfrm>
          <a:prstGeom prst="roundRect">
            <a:avLst>
              <a:gd name="adj" fmla="val 36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5" name="Logo negativo" descr="Sello: anillos y pino · negativ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5860" y="3041021"/>
            <a:ext cx="4114800" cy="1507478"/>
          </a:xfrm>
          <a:prstGeom prst="rect">
            <a:avLst/>
          </a:prstGeom>
        </p:spPr>
      </p:pic>
      <p:sp>
        <p:nvSpPr>
          <p:cNvPr id="6" name="Rótulo"/>
          <p:cNvSpPr txBox="1"/>
          <p:nvPr/>
        </p:nvSpPr>
        <p:spPr>
          <a:xfrm>
            <a:off x="731520" y="5715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chemeClr val="accent5"/>
                </a:solidFill>
              </a:rPr>
              <a:t>NEGATIVO</a:t>
            </a:r>
            <a:endParaRPr lang="en-US" sz="1000" dirty="0"/>
          </a:p>
        </p:txBody>
      </p:sp>
      <p:sp>
        <p:nvSpPr>
          <p:cNvPr id="7" name="Panel una tinta sobre kraft"/>
          <p:cNvSpPr/>
          <p:nvPr/>
        </p:nvSpPr>
        <p:spPr>
          <a:xfrm>
            <a:off x="6199632" y="1600200"/>
            <a:ext cx="5532120" cy="4572000"/>
          </a:xfrm>
          <a:prstGeom prst="roundRect">
            <a:avLst>
              <a:gd name="adj" fmla="val 36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8" name="Logo una tinta sobre kraft" descr="Sello: anillos y pino · una tinta sobre kra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8292" y="3041021"/>
            <a:ext cx="4114800" cy="1507478"/>
          </a:xfrm>
          <a:prstGeom prst="rect">
            <a:avLst/>
          </a:prstGeom>
        </p:spPr>
      </p:pic>
      <p:sp>
        <p:nvSpPr>
          <p:cNvPr id="9" name="Rótulo"/>
          <p:cNvSpPr txBox="1"/>
          <p:nvPr/>
        </p:nvSpPr>
        <p:spPr>
          <a:xfrm>
            <a:off x="6473952" y="5715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chemeClr val="tx2"/>
                </a:solidFill>
              </a:rPr>
              <a:t>UNA TINTA SOBRE KRAFT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6576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Sello: anillos y araucaria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100584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chemeClr val="accent6"/>
                </a:solidFill>
              </a:rPr>
              <a:t>SELLOS Y CONTENEDORES · N5</a:t>
            </a:r>
            <a:endParaRPr lang="en-US" sz="1200" dirty="0"/>
          </a:p>
        </p:txBody>
      </p:sp>
      <p:sp>
        <p:nvSpPr>
          <p:cNvPr id="4" name="Panel negativo"/>
          <p:cNvSpPr/>
          <p:nvPr/>
        </p:nvSpPr>
        <p:spPr>
          <a:xfrm>
            <a:off x="457200" y="1600200"/>
            <a:ext cx="5532120" cy="4572000"/>
          </a:xfrm>
          <a:prstGeom prst="roundRect">
            <a:avLst>
              <a:gd name="adj" fmla="val 36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5" name="Logo negativo" descr="Sello: anillos y araucaria · negativ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5860" y="3041021"/>
            <a:ext cx="4114800" cy="1507478"/>
          </a:xfrm>
          <a:prstGeom prst="rect">
            <a:avLst/>
          </a:prstGeom>
        </p:spPr>
      </p:pic>
      <p:sp>
        <p:nvSpPr>
          <p:cNvPr id="6" name="Rótulo"/>
          <p:cNvSpPr txBox="1"/>
          <p:nvPr/>
        </p:nvSpPr>
        <p:spPr>
          <a:xfrm>
            <a:off x="731520" y="5715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chemeClr val="accent5"/>
                </a:solidFill>
              </a:rPr>
              <a:t>NEGATIVO</a:t>
            </a:r>
            <a:endParaRPr lang="en-US" sz="1000" dirty="0"/>
          </a:p>
        </p:txBody>
      </p:sp>
      <p:sp>
        <p:nvSpPr>
          <p:cNvPr id="7" name="Panel una tinta sobre kraft"/>
          <p:cNvSpPr/>
          <p:nvPr/>
        </p:nvSpPr>
        <p:spPr>
          <a:xfrm>
            <a:off x="6199632" y="1600200"/>
            <a:ext cx="5532120" cy="4572000"/>
          </a:xfrm>
          <a:prstGeom prst="roundRect">
            <a:avLst>
              <a:gd name="adj" fmla="val 36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8" name="Logo una tinta sobre kraft" descr="Sello: anillos y araucaria · una tinta sobre kra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8292" y="3041021"/>
            <a:ext cx="4114800" cy="1507478"/>
          </a:xfrm>
          <a:prstGeom prst="rect">
            <a:avLst/>
          </a:prstGeom>
        </p:spPr>
      </p:pic>
      <p:sp>
        <p:nvSpPr>
          <p:cNvPr id="9" name="Rótulo"/>
          <p:cNvSpPr txBox="1"/>
          <p:nvPr/>
        </p:nvSpPr>
        <p:spPr>
          <a:xfrm>
            <a:off x="6473952" y="5715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chemeClr val="tx2"/>
                </a:solidFill>
              </a:rPr>
              <a:t>UNA TINTA SOBRE KRAFT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20116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spc="400" kern="0" dirty="0">
                <a:solidFill>
                  <a:schemeClr val="accent1"/>
                </a:solidFill>
              </a:rPr>
              <a:t>SECCIÓN 3 · 5 PROPUESTAS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256032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2"/>
                </a:solidFill>
              </a:rPr>
              <a:t>Árbol solo</a:t>
            </a:r>
            <a:endParaRPr lang="en-US" sz="5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93192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La silueta del árbol como símbolo</a:t>
            </a:r>
            <a:endParaRPr lang="en-US" sz="2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6576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Araucaria de ramas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100584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chemeClr val="accent6"/>
                </a:solidFill>
              </a:rPr>
              <a:t>ÁRBOL SOLO · A2</a:t>
            </a:r>
            <a:endParaRPr lang="en-US" sz="1200" dirty="0"/>
          </a:p>
        </p:txBody>
      </p:sp>
      <p:sp>
        <p:nvSpPr>
          <p:cNvPr id="4" name="Panel negativo"/>
          <p:cNvSpPr/>
          <p:nvPr/>
        </p:nvSpPr>
        <p:spPr>
          <a:xfrm>
            <a:off x="457200" y="1600200"/>
            <a:ext cx="5532120" cy="4572000"/>
          </a:xfrm>
          <a:prstGeom prst="roundRect">
            <a:avLst>
              <a:gd name="adj" fmla="val 36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5" name="Logo negativo" descr="Araucaria de ramas · negativ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5860" y="3041021"/>
            <a:ext cx="4114800" cy="1507478"/>
          </a:xfrm>
          <a:prstGeom prst="rect">
            <a:avLst/>
          </a:prstGeom>
        </p:spPr>
      </p:pic>
      <p:sp>
        <p:nvSpPr>
          <p:cNvPr id="6" name="Rótulo"/>
          <p:cNvSpPr txBox="1"/>
          <p:nvPr/>
        </p:nvSpPr>
        <p:spPr>
          <a:xfrm>
            <a:off x="731520" y="5715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chemeClr val="accent5"/>
                </a:solidFill>
              </a:rPr>
              <a:t>NEGATIVO</a:t>
            </a:r>
            <a:endParaRPr lang="en-US" sz="1000" dirty="0"/>
          </a:p>
        </p:txBody>
      </p:sp>
      <p:sp>
        <p:nvSpPr>
          <p:cNvPr id="7" name="Panel una tinta sobre kraft"/>
          <p:cNvSpPr/>
          <p:nvPr/>
        </p:nvSpPr>
        <p:spPr>
          <a:xfrm>
            <a:off x="6199632" y="1600200"/>
            <a:ext cx="5532120" cy="4572000"/>
          </a:xfrm>
          <a:prstGeom prst="roundRect">
            <a:avLst>
              <a:gd name="adj" fmla="val 36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8" name="Logo una tinta sobre kraft" descr="Araucaria de ramas · una tinta sobre kra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8292" y="3041021"/>
            <a:ext cx="4114800" cy="1507478"/>
          </a:xfrm>
          <a:prstGeom prst="rect">
            <a:avLst/>
          </a:prstGeom>
        </p:spPr>
      </p:pic>
      <p:sp>
        <p:nvSpPr>
          <p:cNvPr id="9" name="Rótulo"/>
          <p:cNvSpPr txBox="1"/>
          <p:nvPr/>
        </p:nvSpPr>
        <p:spPr>
          <a:xfrm>
            <a:off x="6473952" y="5715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chemeClr val="tx2"/>
                </a:solidFill>
              </a:rPr>
              <a:t>UNA TINTA SOBRE KRAFT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6576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Araucaria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100584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chemeClr val="accent6"/>
                </a:solidFill>
              </a:rPr>
              <a:t>ÁRBOL SOLO · P4</a:t>
            </a:r>
            <a:endParaRPr lang="en-US" sz="1200" dirty="0"/>
          </a:p>
        </p:txBody>
      </p:sp>
      <p:sp>
        <p:nvSpPr>
          <p:cNvPr id="4" name="Panel negativo"/>
          <p:cNvSpPr/>
          <p:nvPr/>
        </p:nvSpPr>
        <p:spPr>
          <a:xfrm>
            <a:off x="457200" y="1600200"/>
            <a:ext cx="5532120" cy="4572000"/>
          </a:xfrm>
          <a:prstGeom prst="roundRect">
            <a:avLst>
              <a:gd name="adj" fmla="val 36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5" name="Logo negativo" descr="Araucaria · negativ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5860" y="3041021"/>
            <a:ext cx="4114800" cy="1507478"/>
          </a:xfrm>
          <a:prstGeom prst="rect">
            <a:avLst/>
          </a:prstGeom>
        </p:spPr>
      </p:pic>
      <p:sp>
        <p:nvSpPr>
          <p:cNvPr id="6" name="Rótulo"/>
          <p:cNvSpPr txBox="1"/>
          <p:nvPr/>
        </p:nvSpPr>
        <p:spPr>
          <a:xfrm>
            <a:off x="731520" y="5715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chemeClr val="accent5"/>
                </a:solidFill>
              </a:rPr>
              <a:t>NEGATIVO</a:t>
            </a:r>
            <a:endParaRPr lang="en-US" sz="1000" dirty="0"/>
          </a:p>
        </p:txBody>
      </p:sp>
      <p:sp>
        <p:nvSpPr>
          <p:cNvPr id="7" name="Panel una tinta sobre kraft"/>
          <p:cNvSpPr/>
          <p:nvPr/>
        </p:nvSpPr>
        <p:spPr>
          <a:xfrm>
            <a:off x="6199632" y="1600200"/>
            <a:ext cx="5532120" cy="4572000"/>
          </a:xfrm>
          <a:prstGeom prst="roundRect">
            <a:avLst>
              <a:gd name="adj" fmla="val 36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8" name="Logo una tinta sobre kraft" descr="Araucaria · una tinta sobre kra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8292" y="3041021"/>
            <a:ext cx="4114800" cy="1507478"/>
          </a:xfrm>
          <a:prstGeom prst="rect">
            <a:avLst/>
          </a:prstGeom>
        </p:spPr>
      </p:pic>
      <p:sp>
        <p:nvSpPr>
          <p:cNvPr id="9" name="Rótulo"/>
          <p:cNvSpPr txBox="1"/>
          <p:nvPr/>
        </p:nvSpPr>
        <p:spPr>
          <a:xfrm>
            <a:off x="6473952" y="5715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chemeClr val="tx2"/>
                </a:solidFill>
              </a:rPr>
              <a:t>UNA TINTA SOBRE KRAFT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6576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Pino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100584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chemeClr val="accent6"/>
                </a:solidFill>
              </a:rPr>
              <a:t>ÁRBOL SOLO · P1</a:t>
            </a:r>
            <a:endParaRPr lang="en-US" sz="1200" dirty="0"/>
          </a:p>
        </p:txBody>
      </p:sp>
      <p:sp>
        <p:nvSpPr>
          <p:cNvPr id="4" name="Panel negativo"/>
          <p:cNvSpPr/>
          <p:nvPr/>
        </p:nvSpPr>
        <p:spPr>
          <a:xfrm>
            <a:off x="457200" y="1600200"/>
            <a:ext cx="5532120" cy="4572000"/>
          </a:xfrm>
          <a:prstGeom prst="roundRect">
            <a:avLst>
              <a:gd name="adj" fmla="val 36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5" name="Logo negativo" descr="Pino · negativ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5860" y="3041021"/>
            <a:ext cx="4114800" cy="1507478"/>
          </a:xfrm>
          <a:prstGeom prst="rect">
            <a:avLst/>
          </a:prstGeom>
        </p:spPr>
      </p:pic>
      <p:sp>
        <p:nvSpPr>
          <p:cNvPr id="6" name="Rótulo"/>
          <p:cNvSpPr txBox="1"/>
          <p:nvPr/>
        </p:nvSpPr>
        <p:spPr>
          <a:xfrm>
            <a:off x="731520" y="5715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chemeClr val="accent5"/>
                </a:solidFill>
              </a:rPr>
              <a:t>NEGATIVO</a:t>
            </a:r>
            <a:endParaRPr lang="en-US" sz="1000" dirty="0"/>
          </a:p>
        </p:txBody>
      </p:sp>
      <p:sp>
        <p:nvSpPr>
          <p:cNvPr id="7" name="Panel una tinta sobre kraft"/>
          <p:cNvSpPr/>
          <p:nvPr/>
        </p:nvSpPr>
        <p:spPr>
          <a:xfrm>
            <a:off x="6199632" y="1600200"/>
            <a:ext cx="5532120" cy="4572000"/>
          </a:xfrm>
          <a:prstGeom prst="roundRect">
            <a:avLst>
              <a:gd name="adj" fmla="val 36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8" name="Logo una tinta sobre kraft" descr="Pino · una tinta sobre kra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8292" y="3041021"/>
            <a:ext cx="4114800" cy="1507478"/>
          </a:xfrm>
          <a:prstGeom prst="rect">
            <a:avLst/>
          </a:prstGeom>
        </p:spPr>
      </p:pic>
      <p:sp>
        <p:nvSpPr>
          <p:cNvPr id="9" name="Rótulo"/>
          <p:cNvSpPr txBox="1"/>
          <p:nvPr/>
        </p:nvSpPr>
        <p:spPr>
          <a:xfrm>
            <a:off x="6473952" y="5715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chemeClr val="tx2"/>
                </a:solidFill>
              </a:rPr>
              <a:t>UNA TINTA SOBRE KRAFT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6576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Pino pleno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100584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chemeClr val="accent6"/>
                </a:solidFill>
              </a:rPr>
              <a:t>ÁRBOL SOLO · P2</a:t>
            </a:r>
            <a:endParaRPr lang="en-US" sz="1200" dirty="0"/>
          </a:p>
        </p:txBody>
      </p:sp>
      <p:sp>
        <p:nvSpPr>
          <p:cNvPr id="4" name="Panel negativo"/>
          <p:cNvSpPr/>
          <p:nvPr/>
        </p:nvSpPr>
        <p:spPr>
          <a:xfrm>
            <a:off x="457200" y="1600200"/>
            <a:ext cx="5532120" cy="4572000"/>
          </a:xfrm>
          <a:prstGeom prst="roundRect">
            <a:avLst>
              <a:gd name="adj" fmla="val 36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5" name="Logo negativo" descr="Pino pleno · negativ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5860" y="3041021"/>
            <a:ext cx="4114800" cy="1507478"/>
          </a:xfrm>
          <a:prstGeom prst="rect">
            <a:avLst/>
          </a:prstGeom>
        </p:spPr>
      </p:pic>
      <p:sp>
        <p:nvSpPr>
          <p:cNvPr id="6" name="Rótulo"/>
          <p:cNvSpPr txBox="1"/>
          <p:nvPr/>
        </p:nvSpPr>
        <p:spPr>
          <a:xfrm>
            <a:off x="731520" y="5715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chemeClr val="accent5"/>
                </a:solidFill>
              </a:rPr>
              <a:t>NEGATIVO</a:t>
            </a:r>
            <a:endParaRPr lang="en-US" sz="1000" dirty="0"/>
          </a:p>
        </p:txBody>
      </p:sp>
      <p:sp>
        <p:nvSpPr>
          <p:cNvPr id="7" name="Panel una tinta sobre kraft"/>
          <p:cNvSpPr/>
          <p:nvPr/>
        </p:nvSpPr>
        <p:spPr>
          <a:xfrm>
            <a:off x="6199632" y="1600200"/>
            <a:ext cx="5532120" cy="4572000"/>
          </a:xfrm>
          <a:prstGeom prst="roundRect">
            <a:avLst>
              <a:gd name="adj" fmla="val 36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8" name="Logo una tinta sobre kraft" descr="Pino pleno · una tinta sobre kra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8292" y="3041021"/>
            <a:ext cx="4114800" cy="1507478"/>
          </a:xfrm>
          <a:prstGeom prst="rect">
            <a:avLst/>
          </a:prstGeom>
        </p:spPr>
      </p:pic>
      <p:sp>
        <p:nvSpPr>
          <p:cNvPr id="9" name="Rótulo"/>
          <p:cNvSpPr txBox="1"/>
          <p:nvPr/>
        </p:nvSpPr>
        <p:spPr>
          <a:xfrm>
            <a:off x="6473952" y="5715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chemeClr val="tx2"/>
                </a:solidFill>
              </a:rPr>
              <a:t>UNA TINTA SOBRE KRAFT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6576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Trazo pesado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100584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chemeClr val="accent6"/>
                </a:solidFill>
              </a:rPr>
              <a:t>ÁRBOL SOLO · P3</a:t>
            </a:r>
            <a:endParaRPr lang="en-US" sz="1200" dirty="0"/>
          </a:p>
        </p:txBody>
      </p:sp>
      <p:sp>
        <p:nvSpPr>
          <p:cNvPr id="4" name="Panel negativo"/>
          <p:cNvSpPr/>
          <p:nvPr/>
        </p:nvSpPr>
        <p:spPr>
          <a:xfrm>
            <a:off x="457200" y="1600200"/>
            <a:ext cx="5532120" cy="4572000"/>
          </a:xfrm>
          <a:prstGeom prst="roundRect">
            <a:avLst>
              <a:gd name="adj" fmla="val 36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5" name="Logo negativo" descr="Trazo pesado · negativ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5860" y="3041021"/>
            <a:ext cx="4114800" cy="1507478"/>
          </a:xfrm>
          <a:prstGeom prst="rect">
            <a:avLst/>
          </a:prstGeom>
        </p:spPr>
      </p:pic>
      <p:sp>
        <p:nvSpPr>
          <p:cNvPr id="6" name="Rótulo"/>
          <p:cNvSpPr txBox="1"/>
          <p:nvPr/>
        </p:nvSpPr>
        <p:spPr>
          <a:xfrm>
            <a:off x="731520" y="5715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chemeClr val="accent5"/>
                </a:solidFill>
              </a:rPr>
              <a:t>NEGATIVO</a:t>
            </a:r>
            <a:endParaRPr lang="en-US" sz="1000" dirty="0"/>
          </a:p>
        </p:txBody>
      </p:sp>
      <p:sp>
        <p:nvSpPr>
          <p:cNvPr id="7" name="Panel una tinta sobre kraft"/>
          <p:cNvSpPr/>
          <p:nvPr/>
        </p:nvSpPr>
        <p:spPr>
          <a:xfrm>
            <a:off x="6199632" y="1600200"/>
            <a:ext cx="5532120" cy="4572000"/>
          </a:xfrm>
          <a:prstGeom prst="roundRect">
            <a:avLst>
              <a:gd name="adj" fmla="val 36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8" name="Logo una tinta sobre kraft" descr="Trazo pesado · una tinta sobre kra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8292" y="3041021"/>
            <a:ext cx="4114800" cy="1507478"/>
          </a:xfrm>
          <a:prstGeom prst="rect">
            <a:avLst/>
          </a:prstGeom>
        </p:spPr>
      </p:pic>
      <p:sp>
        <p:nvSpPr>
          <p:cNvPr id="9" name="Rótulo"/>
          <p:cNvSpPr txBox="1"/>
          <p:nvPr/>
        </p:nvSpPr>
        <p:spPr>
          <a:xfrm>
            <a:off x="6473952" y="5715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chemeClr val="tx2"/>
                </a:solidFill>
              </a:rPr>
              <a:t>UNA TINTA SOBRE KRAFT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apel Misionero">
  <a:themeElements>
    <a:clrScheme name="Papel Misionero">
      <a:dk1>
        <a:srgbClr val="1F3A2B"/>
      </a:dk1>
      <a:lt1>
        <a:srgbClr val="FFFFFF"/>
      </a:lt1>
      <a:dk2>
        <a:srgbClr val="12241A"/>
      </a:dk2>
      <a:lt2>
        <a:srgbClr val="F2EADB"/>
      </a:lt2>
      <a:accent1>
        <a:srgbClr val="B98A57"/>
      </a:accent1>
      <a:accent2>
        <a:srgbClr val="B0452B"/>
      </a:accent2>
      <a:accent3>
        <a:srgbClr val="8E6538"/>
      </a:accent3>
      <a:accent4>
        <a:srgbClr val="5E7A66"/>
      </a:accent4>
      <a:accent5>
        <a:srgbClr val="D8CDB9"/>
      </a:accent5>
      <a:accent6>
        <a:srgbClr val="64625A"/>
      </a:accent6>
      <a:hlink>
        <a:srgbClr val="B0452B"/>
      </a:hlink>
      <a:folHlink>
        <a:srgbClr val="8E6538"/>
      </a:folHlink>
    </a:clrScheme>
    <a:fontScheme name="Papel Misionero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Papel Misionero · marcas finalistas</dc:title>
  <dc:subject>PptxGenJS Presentation</dc:subject>
  <dc:creator>PptxGenJS</dc:creator>
  <cp:lastModifiedBy>PptxGenJS</cp:lastModifiedBy>
  <cp:revision>1</cp:revision>
  <dcterms:created xsi:type="dcterms:W3CDTF">2026-10-29T18:18:43Z</dcterms:created>
  <dcterms:modified xsi:type="dcterms:W3CDTF">2026-10-29T18:18:43Z</dcterms:modified>
</cp:coreProperties>
</file>