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4f129cb4-890a-919b-5585-a171b5330054}">
          <p14:sldIdLst>
            <p14:sldId id="256"/>
          </p14:sldIdLst>
        </p14:section>
        <p14:section name="La P" id="{5ff21ae8-2fff-9d22-d75a-0219831a0531}">
          <p14:sldIdLst>
            <p14:sldId id="257"/>
            <p14:sldId id="258"/>
            <p14:sldId id="259"/>
            <p14:sldId id="260"/>
            <p14:sldId id="261"/>
          </p14:sldIdLst>
        </p14:section>
        <p14:section name="Sellos y contenedores" id="{6f1c2f25-1d2e-f1fd-d128-09e82cf8f45c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Árbol solo" id="{3350ea86-6c26-bd1c-5312-49a5d7cebee9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monolínea con araucaria (A1),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con araucaria calada (A4),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espiral (N1),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de anillos (N3),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en arco (A3),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en sello (A5),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del tronco (N2),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Sello: anillos y pino (N4),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Sello: anillos y araucaria (N5),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de ramas (A2),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(P4),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Pino (P1),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Pino pleno (P2),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Trazo pesado (P3),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chemeClr val="accent5"/>
                </a:solidFill>
              </a:rPr>
              <a:t>ESTUDIO 83 · PARA CARTOCOR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UEST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ESTUDIO 83 · PAPEL MISIONERO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</a:rPr>
              <a:t>Papel Misionero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Marcas finalistas · negativo y una tinta sobre kraft · Helvetica por niveles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1 · 4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La P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La inicial integra el árbol o el papel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monolínea con 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A1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 monolínea con 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 monolínea con 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con araucaria calada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A4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 con araucaria calad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 con araucaria calad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espiral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N1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 espiral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 espiral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de anillos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N3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 de anillos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 de anillos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2 · 5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Sellos y contenedores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El símbolo dentro de una forma cerrada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en arco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A3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Araucaria en arc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Araucaria en arc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en sello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A5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Araucaria en sell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Araucaria en sell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Corte del tronco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N2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Corte del tronc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Corte del tronc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Sello: anillos y pino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N4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Sello: anillos y pi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Sello: anillos y pi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Sello: anillos y 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N5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Sello: anillos y 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Sello: anillos y 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3 · 5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Árbol solo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La silueta del árbol como símbolo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de ramas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A2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Araucaria de ramas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Araucaria de ramas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P4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P1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i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i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Pino pleno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P2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ino ple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ino ple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Trazo pesado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P3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Trazo pesad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Trazo pesad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pel Misionero">
  <a:themeElements>
    <a:clrScheme name="Papel Misionero">
      <a:dk1>
        <a:srgbClr val="1F3A2B"/>
      </a:dk1>
      <a:lt1>
        <a:srgbClr val="FFFFFF"/>
      </a:lt1>
      <a:dk2>
        <a:srgbClr val="12241A"/>
      </a:dk2>
      <a:lt2>
        <a:srgbClr val="F2EADB"/>
      </a:lt2>
      <a:accent1>
        <a:srgbClr val="B98A57"/>
      </a:accent1>
      <a:accent2>
        <a:srgbClr val="B0452B"/>
      </a:accent2>
      <a:accent3>
        <a:srgbClr val="8E6538"/>
      </a:accent3>
      <a:accent4>
        <a:srgbClr val="5E7A66"/>
      </a:accent4>
      <a:accent5>
        <a:srgbClr val="D8CDB9"/>
      </a:accent5>
      <a:accent6>
        <a:srgbClr val="64625A"/>
      </a:accent6>
      <a:hlink>
        <a:srgbClr val="B0452B"/>
      </a:hlink>
      <a:folHlink>
        <a:srgbClr val="8E6538"/>
      </a:folHlink>
    </a:clrScheme>
    <a:fontScheme name="Papel Misioner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Estudio 83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Papel Misionero · marcas finalistas</dc:title>
  <dc:subject>PptxGenJS Presentation</dc:subject>
  <dc:creator>Estudio 83</dc:creator>
  <cp:lastModifiedBy>Estudio 83</cp:lastModifiedBy>
  <cp:revision>1</cp:revision>
  <dcterms:created xsi:type="dcterms:W3CDTF">2026-10-29T18:14:44Z</dcterms:created>
  <dcterms:modified xsi:type="dcterms:W3CDTF">2026-10-29T18:14:44Z</dcterms:modified>
</cp:coreProperties>
</file>